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Inter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4112865"/>
            <a:ext cx="685800" cy="333375"/>
          </a:xfrm>
          <a:prstGeom prst="roundRect">
            <a:avLst>
              <a:gd name="adj" fmla="val 50000"/>
            </a:avLst>
          </a:prstGeom>
          <a:solidFill>
            <a:srgbClr val="13283F"/>
          </a:solidFill>
          <a:ln w="9525">
            <a:solidFill>
              <a:srgbClr val="1B4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562100" y="4112865"/>
            <a:ext cx="1019175" cy="333375"/>
          </a:xfrm>
          <a:prstGeom prst="roundRect">
            <a:avLst>
              <a:gd name="adj" fmla="val 50000"/>
            </a:avLst>
          </a:prstGeom>
          <a:solidFill>
            <a:srgbClr val="13283F"/>
          </a:solidFill>
          <a:ln w="9525">
            <a:solidFill>
              <a:srgbClr val="1B4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695575" y="4112865"/>
            <a:ext cx="1228725" cy="333375"/>
          </a:xfrm>
          <a:prstGeom prst="roundRect">
            <a:avLst>
              <a:gd name="adj" fmla="val 50000"/>
            </a:avLst>
          </a:prstGeom>
          <a:solidFill>
            <a:srgbClr val="13283F"/>
          </a:solidFill>
          <a:ln w="9525">
            <a:solidFill>
              <a:srgbClr val="1B4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038600" y="4112865"/>
            <a:ext cx="809625" cy="333375"/>
          </a:xfrm>
          <a:prstGeom prst="roundRect">
            <a:avLst>
              <a:gd name="adj" fmla="val 50000"/>
            </a:avLst>
          </a:prstGeom>
          <a:solidFill>
            <a:srgbClr val="13283F"/>
          </a:solidFill>
          <a:ln w="9525">
            <a:solidFill>
              <a:srgbClr val="1B4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962525" y="4112865"/>
            <a:ext cx="1924050" cy="333375"/>
          </a:xfrm>
          <a:prstGeom prst="roundRect">
            <a:avLst>
              <a:gd name="adj" fmla="val 50000"/>
            </a:avLst>
          </a:prstGeom>
          <a:solidFill>
            <a:srgbClr val="13283F"/>
          </a:solidFill>
          <a:ln w="9525">
            <a:solidFill>
              <a:srgbClr val="1B4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2411759"/>
            <a:ext cx="11430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TEAM PROJECT PRESENTATION •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754659"/>
            <a:ext cx="11430000" cy="586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1" i="0" u="none">
                <a:solidFill>
                  <a:srgbClr val="FFFFFF"/>
                </a:solidFill>
                <a:latin typeface="Inter"/>
              </a:rPr>
              <a:t>EVERYWHEREHOME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493740"/>
            <a:ext cx="83343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94A3B8"/>
                </a:solidFill>
                <a:latin typeface="Inter"/>
              </a:rPr>
              <a:t>A modern platform for accommodations &amp; travel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89065"/>
            <a:ext cx="4762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Inter"/>
              </a:rPr>
              <a:t>React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4500" y="4189065"/>
            <a:ext cx="809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Inter"/>
              </a:rPr>
              <a:t>TypeScript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7975" y="4189065"/>
            <a:ext cx="10191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Inter"/>
              </a:rPr>
              <a:t>ASP.NET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1000" y="4189065"/>
            <a:ext cx="6000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Inter"/>
              </a:rPr>
              <a:t>EF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4925" y="4189065"/>
            <a:ext cx="17145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Inter"/>
              </a:rPr>
              <a:t>SQL Server /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38437"/>
            <a:ext cx="5495925" cy="2114550"/>
          </a:xfrm>
          <a:prstGeom prst="roundRect">
            <a:avLst>
              <a:gd name="adj" fmla="val 720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62725" y="2371725"/>
            <a:ext cx="4867275" cy="847725"/>
          </a:xfrm>
          <a:prstGeom prst="roundRect">
            <a:avLst>
              <a:gd name="adj" fmla="val 13483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62725" y="3371850"/>
            <a:ext cx="4867275" cy="847725"/>
          </a:xfrm>
          <a:prstGeom prst="roundRect">
            <a:avLst>
              <a:gd name="adj" fmla="val 13483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62725" y="4371975"/>
            <a:ext cx="4867275" cy="847725"/>
          </a:xfrm>
          <a:prstGeom prst="roundRect">
            <a:avLst>
              <a:gd name="adj" fmla="val 13483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62725" y="2371725"/>
            <a:ext cx="38100" cy="8477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62725" y="3371850"/>
            <a:ext cx="38100" cy="8477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62725" y="4371975"/>
            <a:ext cx="38100" cy="8477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452812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757612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4062412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4367212"/>
            <a:ext cx="13335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-1905000" y="6172200"/>
            <a:ext cx="13335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75" b="0" i="0" u="none" dirty="0" err="1">
                <a:solidFill>
                  <a:srgbClr val="0F172A"/>
                </a:solidFill>
                <a:latin typeface="Inter"/>
              </a:rPr>
              <a:t>EverywhereHome</a:t>
            </a:r>
            <a:r>
              <a:rPr sz="975" b="0" i="0" u="none" dirty="0">
                <a:solidFill>
                  <a:srgbClr val="0F172A"/>
                </a:solidFill>
                <a:latin typeface="Inter"/>
              </a:rPr>
              <a:t> • Team </a:t>
            </a:r>
            <a:r>
              <a:rPr sz="975" b="0" i="0" u="none" dirty="0" err="1">
                <a:solidFill>
                  <a:srgbClr val="0F172A"/>
                </a:solidFill>
                <a:latin typeface="Inter"/>
              </a:rPr>
              <a:t>Proje</a:t>
            </a:r>
            <a:r>
              <a:rPr lang="de-DE" sz="975" b="0" i="0" u="none" dirty="0">
                <a:solidFill>
                  <a:srgbClr val="0F172A"/>
                </a:solidFill>
                <a:latin typeface="Inter"/>
              </a:rPr>
              <a:t>ct 2</a:t>
            </a:r>
            <a:endParaRPr sz="975" b="0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01. PROJECT IDEA &amp; 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771525"/>
            <a:ext cx="11430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Inter"/>
              </a:rPr>
              <a:t>What is EverywhereHome?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3052762"/>
            <a:ext cx="638829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The Core Concept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6325" y="3433762"/>
            <a:ext cx="6084093" cy="190500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Digital platform for accommodations search &amp; booking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6325" y="3738562"/>
            <a:ext cx="6084093" cy="190500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Hosts create, edit, and manage listings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6325" y="4043362"/>
            <a:ext cx="6084093" cy="190500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Admin tools for users, reports, and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6325" y="4348162"/>
            <a:ext cx="6084093" cy="190500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Clean, modern, and fully responsive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9425" y="2600325"/>
            <a:ext cx="53625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Inter"/>
              </a:rPr>
              <a:t>Guest / Traveler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9425" y="2828925"/>
            <a:ext cx="53625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Search • Book • Pay • Favorites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9425" y="3600450"/>
            <a:ext cx="53625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Inter"/>
              </a:rPr>
              <a:t>Host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9425" y="3829050"/>
            <a:ext cx="53625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Accommodations • Photos • Bookings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9425" y="4600575"/>
            <a:ext cx="53625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Inter"/>
              </a:rPr>
              <a:t>Administrator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9425" y="4829175"/>
            <a:ext cx="53625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Users • Reports •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5686425"/>
            <a:ext cx="10668000" cy="485775"/>
          </a:xfrm>
          <a:prstGeom prst="roundRect">
            <a:avLst>
              <a:gd name="adj" fmla="val 23529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1419225"/>
            <a:ext cx="3403550" cy="4267200"/>
          </a:xfrm>
          <a:prstGeom prst="roundRect">
            <a:avLst>
              <a:gd name="adj" fmla="val 44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94150" y="1419225"/>
            <a:ext cx="3403550" cy="4267200"/>
          </a:xfrm>
          <a:prstGeom prst="roundRect">
            <a:avLst>
              <a:gd name="adj" fmla="val 44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26300" y="1419225"/>
            <a:ext cx="3403550" cy="4267200"/>
          </a:xfrm>
          <a:prstGeom prst="roundRect">
            <a:avLst>
              <a:gd name="adj" fmla="val 44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3000375"/>
            <a:ext cx="3429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375" y="3000375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525" y="3000375"/>
            <a:ext cx="2667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-1905000" y="6172200"/>
            <a:ext cx="13335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75" b="0" i="0" u="none" dirty="0" err="1">
                <a:solidFill>
                  <a:srgbClr val="0F172A"/>
                </a:solidFill>
                <a:latin typeface="Inter"/>
              </a:rPr>
              <a:t>EverywhereHome</a:t>
            </a:r>
            <a:r>
              <a:rPr sz="975" b="0" i="0" u="none" dirty="0">
                <a:solidFill>
                  <a:srgbClr val="0F172A"/>
                </a:solidFill>
                <a:latin typeface="Inter"/>
              </a:rPr>
              <a:t> • Team Project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02. SYSTEM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771525"/>
            <a:ext cx="11430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Inter"/>
              </a:rPr>
              <a:t>Clear separation between frontend, API, and data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142875" y="5838825"/>
            <a:ext cx="12477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0369A1"/>
                </a:solidFill>
                <a:latin typeface="Inter"/>
              </a:rPr>
              <a:t>Application → Infrastructure → API  |  Business logic stays in service – Controllers handle HTTP requests.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3495675"/>
            <a:ext cx="374206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3771900"/>
            <a:ext cx="29463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React + TypeScript, Vite, React Router, Responsive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0375" y="3495675"/>
            <a:ext cx="374206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Backend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0375" y="3771900"/>
            <a:ext cx="29463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ASP.NET Core Web API, Application &amp; Infrastructure layers, JWT, 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525" y="3495675"/>
            <a:ext cx="374206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525" y="3771900"/>
            <a:ext cx="29463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Entity Framework Core, SQL Server / PostgreSQL, Migrations &amp; Seeders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53250" y="2681287"/>
            <a:ext cx="4476750" cy="2190750"/>
          </a:xfrm>
          <a:prstGeom prst="roundRect">
            <a:avLst>
              <a:gd name="adj" fmla="val 69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348037"/>
            <a:ext cx="123825" cy="142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605212"/>
            <a:ext cx="123825" cy="142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862387"/>
            <a:ext cx="123825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119562"/>
            <a:ext cx="12382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376737"/>
            <a:ext cx="123825" cy="142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1905000" y="6172200"/>
            <a:ext cx="13335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75" b="0" i="0" u="none">
                <a:solidFill>
                  <a:srgbClr val="0F172A"/>
                </a:solidFill>
                <a:latin typeface="Inter"/>
              </a:rPr>
              <a:t>EverywhereHome • Team Project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03.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771525"/>
            <a:ext cx="11430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Inter"/>
              </a:rPr>
              <a:t>React Application with TypeScript and 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014662"/>
            <a:ext cx="772596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Key Feature Areas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9475" y="2957512"/>
            <a:ext cx="49625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Technical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328987"/>
            <a:ext cx="7358062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Homepage with search, filters, categories &amp; pagination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586162"/>
            <a:ext cx="7358062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Listing details with photos, amenities, and booking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843337"/>
            <a:ext cx="7358062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Authentication: Login / Registration &amp; Google 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4100512"/>
            <a:ext cx="7358062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User profiles, favorites, messaging, and payment 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4357687"/>
            <a:ext cx="7358062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Host &amp; Admin management dashboards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9475" y="3309937"/>
            <a:ext cx="4905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Inter"/>
              </a:rPr>
              <a:t>React 19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 •  Component-driven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9475" y="3586162"/>
            <a:ext cx="4905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Inter"/>
              </a:rPr>
              <a:t>TypeScript 5.9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 •  Type safety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9475" y="3862387"/>
            <a:ext cx="4905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Inter"/>
              </a:rPr>
              <a:t>Vite 7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 •  Lightning-fast builds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9475" y="4138612"/>
            <a:ext cx="4905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Inter"/>
              </a:rPr>
              <a:t>React Router 7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 •  Dynamic routing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9475" y="4414837"/>
            <a:ext cx="4905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Inter"/>
              </a:rPr>
              <a:t>CSS / Responsive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 •  Modern styling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5514975"/>
            <a:ext cx="10668000" cy="657225"/>
          </a:xfrm>
          <a:prstGeom prst="roundRect">
            <a:avLst>
              <a:gd name="adj" fmla="val 17391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1419225"/>
            <a:ext cx="3403550" cy="4095750"/>
          </a:xfrm>
          <a:prstGeom prst="roundRect">
            <a:avLst>
              <a:gd name="adj" fmla="val 44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94150" y="1419225"/>
            <a:ext cx="3403550" cy="4095750"/>
          </a:xfrm>
          <a:prstGeom prst="roundRect">
            <a:avLst>
              <a:gd name="adj" fmla="val 44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26300" y="1419225"/>
            <a:ext cx="3403550" cy="4095750"/>
          </a:xfrm>
          <a:prstGeom prst="roundRect">
            <a:avLst>
              <a:gd name="adj" fmla="val 44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-1905000" y="6172200"/>
            <a:ext cx="13335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75" b="0" i="0" u="none">
                <a:solidFill>
                  <a:srgbClr val="0F172A"/>
                </a:solidFill>
                <a:latin typeface="Inter"/>
              </a:rPr>
              <a:t>EverywhereHome • Team Project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04.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71525"/>
            <a:ext cx="11430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Inter"/>
              </a:rPr>
              <a:t>ASP.NET Core Web API with Modular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5667375"/>
            <a:ext cx="11201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369A1"/>
                </a:solidFill>
                <a:latin typeface="Inter"/>
              </a:rPr>
              <a:t>Example API Endpoints: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5867400"/>
            <a:ext cx="11201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Inter"/>
              </a:rPr>
              <a:t>Auth • Listings • Bookings • Favorites • Messages • Reviews • Reports • Host • Admin •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3171825"/>
            <a:ext cx="384208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Project.Application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3438525"/>
            <a:ext cx="30225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Entities, DTOs, interfaces, and business contracts.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275" y="3171825"/>
            <a:ext cx="384208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Project.Infrastructure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2275" y="3438525"/>
            <a:ext cx="30225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EF Core, database access, services, file handling, authentication.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425" y="3171825"/>
            <a:ext cx="384208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Project.Api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425" y="3438525"/>
            <a:ext cx="30225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Controllers, HTTP endpoints, configuration, middleware, startup logic.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857500"/>
            <a:ext cx="2552700" cy="781050"/>
          </a:xfrm>
          <a:prstGeom prst="roundRect">
            <a:avLst>
              <a:gd name="adj" fmla="val 146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67100" y="2857500"/>
            <a:ext cx="2552700" cy="781050"/>
          </a:xfrm>
          <a:prstGeom prst="roundRect">
            <a:avLst>
              <a:gd name="adj" fmla="val 146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72200" y="2857500"/>
            <a:ext cx="2552700" cy="781050"/>
          </a:xfrm>
          <a:prstGeom prst="roundRect">
            <a:avLst>
              <a:gd name="adj" fmla="val 146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77300" y="2857500"/>
            <a:ext cx="2552700" cy="781050"/>
          </a:xfrm>
          <a:prstGeom prst="roundRect">
            <a:avLst>
              <a:gd name="adj" fmla="val 146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3790950"/>
            <a:ext cx="2552700" cy="781050"/>
          </a:xfrm>
          <a:prstGeom prst="roundRect">
            <a:avLst>
              <a:gd name="adj" fmla="val 146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67100" y="3790950"/>
            <a:ext cx="2552700" cy="781050"/>
          </a:xfrm>
          <a:prstGeom prst="roundRect">
            <a:avLst>
              <a:gd name="adj" fmla="val 146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72200" y="3790950"/>
            <a:ext cx="2552700" cy="781050"/>
          </a:xfrm>
          <a:prstGeom prst="roundRect">
            <a:avLst>
              <a:gd name="adj" fmla="val 146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877300" y="3790950"/>
            <a:ext cx="2552700" cy="781050"/>
          </a:xfrm>
          <a:prstGeom prst="roundRect">
            <a:avLst>
              <a:gd name="adj" fmla="val 146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-285750" y="6010275"/>
            <a:ext cx="127635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284C7"/>
                </a:solidFill>
                <a:latin typeface="Inter"/>
              </a:rPr>
              <a:t>EF Core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seamlessly handles entity mapping, database relationships, and automated migrations.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905000" y="6172200"/>
            <a:ext cx="13335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75" b="0" i="0" u="none">
                <a:solidFill>
                  <a:srgbClr val="0F172A"/>
                </a:solidFill>
                <a:latin typeface="Inter"/>
              </a:rPr>
              <a:t>EverywhereHome • Team Project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05. DATA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771525"/>
            <a:ext cx="11430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Inter"/>
              </a:rPr>
              <a:t>Central Business Objects &amp; Relationships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673" y="3057525"/>
            <a:ext cx="282535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Inter"/>
              </a:rPr>
              <a:t>AppUser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943" y="3286125"/>
            <a:ext cx="26908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User / Host account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0773" y="3057525"/>
            <a:ext cx="282535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Inter"/>
              </a:rPr>
              <a:t>Listing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8043" y="3286125"/>
            <a:ext cx="26908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Accommodation property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873" y="3057525"/>
            <a:ext cx="282535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Inter"/>
              </a:rPr>
              <a:t>Booking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3143" y="3286125"/>
            <a:ext cx="26908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Reservation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40973" y="3057525"/>
            <a:ext cx="282535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Inter"/>
              </a:rPr>
              <a:t>Payment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8243" y="3286125"/>
            <a:ext cx="26908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Transaction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673" y="3990975"/>
            <a:ext cx="282535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Inter"/>
              </a:rPr>
              <a:t>ListingPhoto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943" y="4219575"/>
            <a:ext cx="26908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Image gallery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0773" y="3990975"/>
            <a:ext cx="282535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Inter"/>
              </a:rPr>
              <a:t>Amenity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98043" y="4219575"/>
            <a:ext cx="26908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Property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873" y="3990975"/>
            <a:ext cx="282535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Inter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3143" y="4219575"/>
            <a:ext cx="26908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Ratings &amp; feedback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40973" y="3990975"/>
            <a:ext cx="282535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Inter"/>
              </a:rPr>
              <a:t>Favorite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08243" y="4219575"/>
            <a:ext cx="26908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Saved listings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5705475"/>
            <a:ext cx="10668000" cy="466725"/>
          </a:xfrm>
          <a:prstGeom prst="roundRect">
            <a:avLst>
              <a:gd name="adj" fmla="val 24489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1419225"/>
            <a:ext cx="2011709" cy="4286250"/>
          </a:xfrm>
          <a:prstGeom prst="roundRect">
            <a:avLst>
              <a:gd name="adj" fmla="val 56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926109" y="1419225"/>
            <a:ext cx="2011709" cy="4286250"/>
          </a:xfrm>
          <a:prstGeom prst="roundRect">
            <a:avLst>
              <a:gd name="adj" fmla="val 56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90219" y="1419225"/>
            <a:ext cx="2011709" cy="4286250"/>
          </a:xfrm>
          <a:prstGeom prst="roundRect">
            <a:avLst>
              <a:gd name="adj" fmla="val 56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254329" y="1419225"/>
            <a:ext cx="2011709" cy="4286250"/>
          </a:xfrm>
          <a:prstGeom prst="roundRect">
            <a:avLst>
              <a:gd name="adj" fmla="val 56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418439" y="1419225"/>
            <a:ext cx="2011709" cy="4286250"/>
          </a:xfrm>
          <a:prstGeom prst="roundRect">
            <a:avLst>
              <a:gd name="adj" fmla="val 56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615380" y="308133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779490" y="308133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43600" y="315753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107709" y="315753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271819" y="315753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-1905000" y="6172200"/>
            <a:ext cx="13335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75" b="0" i="0" u="none">
                <a:solidFill>
                  <a:srgbClr val="0F172A"/>
                </a:solidFill>
                <a:latin typeface="Inter"/>
              </a:rPr>
              <a:t>EverywhereHome • Team Project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06. TYPICAL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771525"/>
            <a:ext cx="11430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Inter"/>
              </a:rPr>
              <a:t>From Search to Confirmed Booking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142875" y="5857875"/>
            <a:ext cx="12477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0369A1"/>
                </a:solidFill>
                <a:latin typeface="Inter"/>
              </a:rPr>
              <a:t>The booking logic validates capacity, checks for date overlaps, and verifies accommodation availability.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2505" y="3081337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" y="3500437"/>
            <a:ext cx="221531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Inter"/>
              </a:rPr>
              <a:t>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942" y="3738562"/>
            <a:ext cx="2109824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Location, price, guests, category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6615" y="3081337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24306" y="3500437"/>
            <a:ext cx="221531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Inter"/>
              </a:rPr>
              <a:t>Select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77052" y="3738562"/>
            <a:ext cx="2109824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Open listing, photos &amp; details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0725" y="3157537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8416" y="3576637"/>
            <a:ext cx="221531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Inter"/>
              </a:rPr>
              <a:t>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1162" y="3814762"/>
            <a:ext cx="210982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Dates, guests, message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4834" y="3157537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2526" y="3576637"/>
            <a:ext cx="221531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Inter"/>
              </a:rPr>
              <a:t>Pay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5271" y="3814762"/>
            <a:ext cx="210982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Choose payment option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28944" y="3157537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16635" y="3576637"/>
            <a:ext cx="221531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Inter"/>
              </a:rPr>
              <a:t>Confirmed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69381" y="3814762"/>
            <a:ext cx="210982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Booking appears in account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00337"/>
            <a:ext cx="5181600" cy="2190750"/>
          </a:xfrm>
          <a:prstGeom prst="roundRect">
            <a:avLst>
              <a:gd name="adj" fmla="val 69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838450"/>
            <a:ext cx="5181600" cy="1914525"/>
          </a:xfrm>
          <a:prstGeom prst="roundRect">
            <a:avLst>
              <a:gd name="adj" fmla="val 79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3348037"/>
            <a:ext cx="142875" cy="142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3624262"/>
            <a:ext cx="142875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3900487"/>
            <a:ext cx="14287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4176712"/>
            <a:ext cx="14287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4452937"/>
            <a:ext cx="14287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3486150"/>
            <a:ext cx="12382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3762375"/>
            <a:ext cx="12382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4038600"/>
            <a:ext cx="12382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4314825"/>
            <a:ext cx="123825" cy="142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-1905000" y="6172200"/>
            <a:ext cx="13335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75" b="0" i="0" u="none">
                <a:solidFill>
                  <a:srgbClr val="0F172A"/>
                </a:solidFill>
                <a:latin typeface="Inter"/>
              </a:rPr>
              <a:t>EverywhereHome • Team Project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07. AUTHENTICATION &amp;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771525"/>
            <a:ext cx="11430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Inter"/>
              </a:rPr>
              <a:t>Protected Areas &amp; Token-Based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225" y="2976562"/>
            <a:ext cx="607575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Authentication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3114675"/>
            <a:ext cx="5667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Security Measures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225" y="3328987"/>
            <a:ext cx="5786437" cy="1809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ASP.NET Core Identity accounts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8225" y="3605212"/>
            <a:ext cx="5786437" cy="1809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JWT Bearer Authentication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8225" y="3881437"/>
            <a:ext cx="5786437" cy="1809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Password checks via UserManager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225" y="4157662"/>
            <a:ext cx="5786437" cy="1809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Role authorization with [Authorize]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8225" y="4433887"/>
            <a:ext cx="5786437" cy="1809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Optional Google OAuth login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4625" y="3467100"/>
            <a:ext cx="5667375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Protected actions require valid session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4625" y="3743325"/>
            <a:ext cx="5667375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Data ownership verification for bookings/hosts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4625" y="4019550"/>
            <a:ext cx="5667375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Strict file upload limits &amp;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4625" y="4295775"/>
            <a:ext cx="5667375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Centralized CORS &amp; static file configuration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838450"/>
            <a:ext cx="5181600" cy="1914525"/>
          </a:xfrm>
          <a:prstGeom prst="roundRect">
            <a:avLst>
              <a:gd name="adj" fmla="val 79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838450"/>
            <a:ext cx="5181600" cy="1914525"/>
          </a:xfrm>
          <a:prstGeom prst="roundRect">
            <a:avLst>
              <a:gd name="adj" fmla="val 79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3133725"/>
            <a:ext cx="190500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3133725"/>
            <a:ext cx="219075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225" y="3486150"/>
            <a:ext cx="12382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225" y="3762375"/>
            <a:ext cx="12382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225" y="4038600"/>
            <a:ext cx="12382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225" y="4314825"/>
            <a:ext cx="12382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3486150"/>
            <a:ext cx="12382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3762375"/>
            <a:ext cx="12382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4038600"/>
            <a:ext cx="12382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4314825"/>
            <a:ext cx="123825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1905000" y="6172200"/>
            <a:ext cx="13335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75" b="0" i="0" u="none">
                <a:solidFill>
                  <a:srgbClr val="0F172A"/>
                </a:solidFill>
                <a:latin typeface="Inter"/>
              </a:rPr>
              <a:t>EverywhereHome • Team Project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08. HOST &amp; ADMIN AREA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771525"/>
            <a:ext cx="11430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Inter"/>
              </a:rPr>
              <a:t>More than just a search and booking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225" y="3114675"/>
            <a:ext cx="6075759" cy="20002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Host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625" y="3114675"/>
            <a:ext cx="5667375" cy="200025"/>
          </a:xfrm>
          <a:prstGeom prst="rect">
            <a:avLst/>
          </a:prstGeom>
          <a:noFill/>
        </p:spPr>
        <p:txBody>
          <a:bodyPr wrap="none" lIns="295275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Admin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8225" y="3467100"/>
            <a:ext cx="5786437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View and manage own listings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8225" y="3743325"/>
            <a:ext cx="5786437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Add property details, price &amp; categories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225" y="4019550"/>
            <a:ext cx="5786437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Upload and delete property photos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8225" y="4295775"/>
            <a:ext cx="5786437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Host application onboarding 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4625" y="3467100"/>
            <a:ext cx="5667375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Comprehensive admin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4625" y="3743325"/>
            <a:ext cx="5667375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User &amp; listing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4625" y="4019550"/>
            <a:ext cx="5667375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Review host applications &amp; reports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4625" y="4295775"/>
            <a:ext cx="5667375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Support ticket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938462"/>
            <a:ext cx="5181600" cy="1714500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867025"/>
            <a:ext cx="5181600" cy="1857375"/>
          </a:xfrm>
          <a:prstGeom prst="roundRect">
            <a:avLst>
              <a:gd name="adj" fmla="val 82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38225" y="3567112"/>
            <a:ext cx="1181100" cy="295275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333625" y="3567112"/>
            <a:ext cx="914400" cy="295275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3233737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3162300"/>
            <a:ext cx="19050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3514725"/>
            <a:ext cx="12382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3771900"/>
            <a:ext cx="12382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4029075"/>
            <a:ext cx="12382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4286250"/>
            <a:ext cx="123825" cy="142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-1905000" y="6172200"/>
            <a:ext cx="13335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75" b="0" i="0" u="none">
                <a:solidFill>
                  <a:srgbClr val="0F172A"/>
                </a:solidFill>
                <a:latin typeface="Inter"/>
              </a:rPr>
              <a:t>EverywhereHome • Team Project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09. MULTILINGUALISM &amp; 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771525"/>
            <a:ext cx="11430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Inter"/>
              </a:rPr>
              <a:t>Ukrainian &amp; English directly in the 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3214687"/>
            <a:ext cx="6075759" cy="20002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Language Switcher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225" y="4014787"/>
            <a:ext cx="47244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Accessible top right. Selected language is saved locally in the browser.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3143250"/>
            <a:ext cx="5667375" cy="20002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User Experience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525" y="3624262"/>
            <a:ext cx="10477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1E293B"/>
                </a:solidFill>
                <a:latin typeface="Inter"/>
              </a:rPr>
              <a:t>🇺🇦 Українська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47925" y="3624262"/>
            <a:ext cx="7810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1E293B"/>
                </a:solidFill>
                <a:latin typeface="Inter"/>
              </a:rPr>
              <a:t>🇬🇧 English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4625" y="3495675"/>
            <a:ext cx="5667375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Shared app layout &amp; responsive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4625" y="3752850"/>
            <a:ext cx="5667375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Central translation function &amp; clean errors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4625" y="4010025"/>
            <a:ext cx="5667375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Modular React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4625" y="4267200"/>
            <a:ext cx="5667375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Vite proxy for seamless local API development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024187"/>
            <a:ext cx="10668000" cy="1543050"/>
          </a:xfrm>
          <a:prstGeom prst="roundRect">
            <a:avLst>
              <a:gd name="adj" fmla="val 98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738562"/>
            <a:ext cx="152400" cy="152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738562"/>
            <a:ext cx="15240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4081462"/>
            <a:ext cx="15240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4081462"/>
            <a:ext cx="15240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1905000" y="6172200"/>
            <a:ext cx="13335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75" b="0" i="0" u="none">
                <a:solidFill>
                  <a:srgbClr val="0F172A"/>
                </a:solidFill>
                <a:latin typeface="Inter"/>
              </a:rPr>
              <a:t>EverywhereHome • Team Project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10. 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771525"/>
            <a:ext cx="11430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Inter"/>
              </a:rPr>
              <a:t>EverywhereHome combines search, booking, and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3338512"/>
            <a:ext cx="111156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What the project demonstrates: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3719512"/>
            <a:ext cx="6179343" cy="190500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Full-stack development with React &amp; ASP.NET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3719512"/>
            <a:ext cx="6019800" cy="190500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Clean architectural separation of business logic and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4062412"/>
            <a:ext cx="6179343" cy="190500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Robust authentication, booking logic &amp; data persistence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062412"/>
            <a:ext cx="6019800" cy="190500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Scalable structure for additional features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810250" y="36480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45456" y="2400300"/>
            <a:ext cx="8701087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Inter"/>
              </a:rPr>
              <a:t>Thank you for your attention!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0593" y="3114675"/>
            <a:ext cx="26908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Inter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91062" y="4295775"/>
            <a:ext cx="28098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EverywhereHome • Team Project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718</Words>
  <Application>Microsoft Office PowerPoint</Application>
  <PresentationFormat>Breitbild</PresentationFormat>
  <Paragraphs>147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Calibri</vt:lpstr>
      <vt:lpstr>Arial</vt:lpstr>
      <vt:lpstr>Inter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Konstantin Cernyh</dc:creator>
  <cp:keywords/>
  <dc:description>generated using python-pptx</dc:description>
  <cp:lastModifiedBy>Konstantin Cernyh</cp:lastModifiedBy>
  <cp:revision>2</cp:revision>
  <dcterms:created xsi:type="dcterms:W3CDTF">2013-01-27T09:14:16Z</dcterms:created>
  <dcterms:modified xsi:type="dcterms:W3CDTF">2026-10-02T20:09:51Z</dcterms:modified>
  <cp:category/>
</cp:coreProperties>
</file>